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A2166-E05E-41DD-B297-7DCFC3B4B1B1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702C4-83F6-41FF-9E91-F3384095F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53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702C4-83F6-41FF-9E91-F3384095F04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55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05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65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89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29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421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3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018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0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27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1108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383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1168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98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267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46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6FDB8-9C71-4559-99C8-D766504A95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3FCCC5-EAB2-42CE-828B-854898F80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26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977097-57E9-7F57-FF54-A6624157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206" y="2768600"/>
            <a:ext cx="8596668" cy="1320800"/>
          </a:xfrm>
        </p:spPr>
        <p:txBody>
          <a:bodyPr/>
          <a:lstStyle/>
          <a:p>
            <a:r>
              <a:rPr lang="en-IN" dirty="0"/>
              <a:t>BDD Cucumber Playwright</a:t>
            </a:r>
          </a:p>
        </p:txBody>
      </p:sp>
    </p:spTree>
    <p:extLst>
      <p:ext uri="{BB962C8B-B14F-4D97-AF65-F5344CB8AC3E}">
        <p14:creationId xmlns:p14="http://schemas.microsoft.com/office/powerpoint/2010/main" val="97515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57FA4-CDA3-D7F1-C959-1D11642F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71B468-4302-575F-D16C-3EA65DAA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C43CF5-6E09-E485-4F74-7B3A06905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5957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IN" dirty="0" err="1"/>
              <a:t>mkdir</a:t>
            </a:r>
            <a:r>
              <a:rPr lang="en-IN" dirty="0"/>
              <a:t> playwright-cucumber-framework</a:t>
            </a:r>
            <a:br>
              <a:rPr lang="en-IN" dirty="0"/>
            </a:br>
            <a:r>
              <a:rPr lang="en-IN" dirty="0"/>
              <a:t>cd playwright-cucumber-framework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npm</a:t>
            </a:r>
            <a:endParaRPr lang="en-IN" dirty="0"/>
          </a:p>
          <a:p>
            <a:r>
              <a:rPr lang="en-IN" b="1" dirty="0"/>
              <a:t>2. Install dependencies</a:t>
            </a:r>
          </a:p>
          <a:p>
            <a:r>
              <a:rPr lang="en-IN" dirty="0" err="1"/>
              <a:t>npm</a:t>
            </a:r>
            <a:r>
              <a:rPr lang="en-IN" dirty="0"/>
              <a:t> install -D playwright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@cucumber/cucumber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typescript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</a:t>
            </a:r>
            <a:r>
              <a:rPr lang="en-IN" dirty="0" err="1"/>
              <a:t>ts</a:t>
            </a:r>
            <a:r>
              <a:rPr lang="en-IN" dirty="0"/>
              <a:t>-node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</a:t>
            </a:r>
            <a:r>
              <a:rPr lang="en-IN" dirty="0" err="1"/>
              <a:t>tsconfig</a:t>
            </a:r>
            <a:r>
              <a:rPr lang="en-IN" dirty="0"/>
              <a:t>-paths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</a:t>
            </a:r>
            <a:r>
              <a:rPr lang="en-IN" dirty="0" err="1"/>
              <a:t>dotenv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</a:t>
            </a:r>
            <a:r>
              <a:rPr lang="en-IN" dirty="0" err="1"/>
              <a:t>rimraf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 install -D multiple-cucumber-html-reporter</a:t>
            </a:r>
          </a:p>
          <a:p>
            <a:r>
              <a:rPr lang="en-IN" dirty="0" err="1"/>
              <a:t>npm</a:t>
            </a:r>
            <a:r>
              <a:rPr lang="en-IN" dirty="0"/>
              <a:t>  </a:t>
            </a:r>
            <a:r>
              <a:rPr lang="en-IN" dirty="0" err="1"/>
              <a:t>init</a:t>
            </a:r>
            <a:r>
              <a:rPr lang="en-IN" dirty="0"/>
              <a:t> -y</a:t>
            </a:r>
          </a:p>
        </p:txBody>
      </p:sp>
    </p:spTree>
    <p:extLst>
      <p:ext uri="{BB962C8B-B14F-4D97-AF65-F5344CB8AC3E}">
        <p14:creationId xmlns:p14="http://schemas.microsoft.com/office/powerpoint/2010/main" val="26122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0792-0A93-0C32-2B38-3C2FB1D7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D8B43A-7AD1-09A0-E2FF-E105926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AC860-1D90-07E2-84D8-38F0E6D6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19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904B-5478-0C30-8FEB-C469CAC4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8B74B1-FC3A-6EA2-7F92-FF0B520F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175BDE-8AEF-7DED-2594-54E318D16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5957"/>
            <a:ext cx="2541354" cy="3880773"/>
          </a:xfrm>
        </p:spPr>
        <p:txBody>
          <a:bodyPr>
            <a:normAutofit/>
          </a:bodyPr>
          <a:lstStyle/>
          <a:p>
            <a:r>
              <a:rPr lang="en-IN" dirty="0"/>
              <a:t>Install browsers:</a:t>
            </a:r>
          </a:p>
          <a:p>
            <a:r>
              <a:rPr lang="en-IN" dirty="0" err="1"/>
              <a:t>npx</a:t>
            </a:r>
            <a:r>
              <a:rPr lang="en-IN" dirty="0"/>
              <a:t> playwright install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19635-1F36-6A3D-08D7-0F1B41A1A69B}"/>
              </a:ext>
            </a:extLst>
          </p:cNvPr>
          <p:cNvSpPr txBox="1"/>
          <p:nvPr/>
        </p:nvSpPr>
        <p:spPr>
          <a:xfrm>
            <a:off x="4085775" y="1489883"/>
            <a:ext cx="82158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3. Create folder structure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playwright-cucumber-framework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├── </a:t>
            </a:r>
            <a:r>
              <a:rPr lang="en-IN" sz="1400" dirty="0" err="1">
                <a:latin typeface="Courier New" panose="02070309020205020404" pitchFamily="49" charset="0"/>
              </a:rPr>
              <a:t>src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├── pages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     └── </a:t>
            </a:r>
            <a:r>
              <a:rPr lang="en-IN" sz="1400" dirty="0" err="1">
                <a:latin typeface="Courier New" panose="02070309020205020404" pitchFamily="49" charset="0"/>
              </a:rPr>
              <a:t>LoginPage.ts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├── </a:t>
            </a:r>
            <a:r>
              <a:rPr lang="en-IN" sz="1400" dirty="0" err="1">
                <a:latin typeface="Courier New" panose="02070309020205020404" pitchFamily="49" charset="0"/>
              </a:rPr>
              <a:t>stepDefinitions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     └── </a:t>
            </a:r>
            <a:r>
              <a:rPr lang="en-IN" sz="1400" dirty="0" err="1">
                <a:latin typeface="Courier New" panose="02070309020205020404" pitchFamily="49" charset="0"/>
              </a:rPr>
              <a:t>loginSteps.ts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├── features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     └── </a:t>
            </a:r>
            <a:r>
              <a:rPr lang="en-IN" sz="1400" dirty="0" err="1">
                <a:latin typeface="Courier New" panose="02070309020205020404" pitchFamily="49" charset="0"/>
              </a:rPr>
              <a:t>login.feature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├── hooks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     └── </a:t>
            </a:r>
            <a:r>
              <a:rPr lang="en-IN" sz="1400" dirty="0" err="1">
                <a:latin typeface="Courier New" panose="02070309020205020404" pitchFamily="49" charset="0"/>
              </a:rPr>
              <a:t>hooks.ts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├── utils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   │     └── </a:t>
            </a:r>
            <a:r>
              <a:rPr lang="en-IN" sz="1400" dirty="0" err="1">
                <a:latin typeface="Courier New" panose="02070309020205020404" pitchFamily="49" charset="0"/>
              </a:rPr>
              <a:t>browserManager.ts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│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├── reports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├── screenshots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├── </a:t>
            </a:r>
            <a:r>
              <a:rPr lang="en-IN" sz="1400" dirty="0" err="1">
                <a:latin typeface="Courier New" panose="02070309020205020404" pitchFamily="49" charset="0"/>
              </a:rPr>
              <a:t>package.json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├── cucumber.js</a:t>
            </a:r>
            <a:br>
              <a:rPr lang="en-IN" sz="1400" dirty="0">
                <a:latin typeface="Courier New" panose="02070309020205020404" pitchFamily="49" charset="0"/>
              </a:rPr>
            </a:br>
            <a:r>
              <a:rPr lang="en-IN" sz="1400" dirty="0">
                <a:latin typeface="Courier New" panose="02070309020205020404" pitchFamily="49" charset="0"/>
              </a:rPr>
              <a:t>├── </a:t>
            </a:r>
            <a:r>
              <a:rPr lang="en-IN" sz="1400" dirty="0" err="1">
                <a:latin typeface="Courier New" panose="02070309020205020404" pitchFamily="49" charset="0"/>
              </a:rPr>
              <a:t>tsconfig.json</a:t>
            </a:r>
            <a:endParaRPr lang="en-IN" sz="1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07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E4D2D-C171-7E20-7B0C-DE336B54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987C9E-694A-1A28-054A-38E56C57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472E3-E1CD-6B7C-1C0F-E8BB91A59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IN" b="1" dirty="0"/>
              <a:t>4. Create TypeScript config</a:t>
            </a:r>
          </a:p>
          <a:p>
            <a:r>
              <a:rPr lang="en-IN" b="1" dirty="0" err="1"/>
              <a:t>tsconfig.json</a:t>
            </a:r>
            <a:endParaRPr lang="en-IN" dirty="0"/>
          </a:p>
          <a:p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"</a:t>
            </a:r>
            <a:r>
              <a:rPr lang="en-IN" dirty="0" err="1"/>
              <a:t>compilerOptions</a:t>
            </a:r>
            <a:r>
              <a:rPr lang="en-IN" dirty="0"/>
              <a:t>": {</a:t>
            </a:r>
            <a:br>
              <a:rPr lang="en-IN" dirty="0"/>
            </a:br>
            <a:r>
              <a:rPr lang="en-IN" dirty="0"/>
              <a:t>   "target": "ES2020",</a:t>
            </a:r>
            <a:br>
              <a:rPr lang="en-IN" dirty="0"/>
            </a:br>
            <a:r>
              <a:rPr lang="en-IN" dirty="0"/>
              <a:t>   "module": "</a:t>
            </a:r>
            <a:r>
              <a:rPr lang="en-IN" dirty="0" err="1"/>
              <a:t>commonjs</a:t>
            </a:r>
            <a:r>
              <a:rPr lang="en-IN" dirty="0"/>
              <a:t>",</a:t>
            </a:r>
            <a:br>
              <a:rPr lang="en-IN" dirty="0"/>
            </a:br>
            <a:r>
              <a:rPr lang="en-IN" dirty="0"/>
              <a:t>   "strict": true,</a:t>
            </a:r>
            <a:br>
              <a:rPr lang="en-IN" dirty="0"/>
            </a:br>
            <a:r>
              <a:rPr lang="en-IN" dirty="0"/>
              <a:t>   "</a:t>
            </a:r>
            <a:r>
              <a:rPr lang="en-IN" dirty="0" err="1"/>
              <a:t>esModuleInterop</a:t>
            </a:r>
            <a:r>
              <a:rPr lang="en-IN" dirty="0"/>
              <a:t>": true,</a:t>
            </a:r>
            <a:br>
              <a:rPr lang="en-IN" dirty="0"/>
            </a:br>
            <a:r>
              <a:rPr lang="en-IN" dirty="0"/>
              <a:t>   "</a:t>
            </a:r>
            <a:r>
              <a:rPr lang="en-IN" dirty="0" err="1"/>
              <a:t>outDir</a:t>
            </a:r>
            <a:r>
              <a:rPr lang="en-IN" dirty="0"/>
              <a:t>": "</a:t>
            </a:r>
            <a:r>
              <a:rPr lang="en-IN" dirty="0" err="1"/>
              <a:t>dist</a:t>
            </a:r>
            <a:r>
              <a:rPr lang="en-IN" dirty="0"/>
              <a:t>"</a:t>
            </a:r>
            <a:br>
              <a:rPr lang="en-IN" dirty="0"/>
            </a:br>
            <a:r>
              <a:rPr lang="en-IN" dirty="0"/>
              <a:t> },</a:t>
            </a:r>
            <a:br>
              <a:rPr lang="en-IN" dirty="0"/>
            </a:br>
            <a:r>
              <a:rPr lang="en-IN" dirty="0"/>
              <a:t> "include": ["</a:t>
            </a:r>
            <a:r>
              <a:rPr lang="en-IN" dirty="0" err="1"/>
              <a:t>src</a:t>
            </a:r>
            <a:r>
              <a:rPr lang="en-IN" dirty="0"/>
              <a:t>/**/*.</a:t>
            </a:r>
            <a:r>
              <a:rPr lang="en-IN" dirty="0" err="1"/>
              <a:t>ts</a:t>
            </a:r>
            <a:r>
              <a:rPr lang="en-IN" dirty="0"/>
              <a:t>"]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33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C760-31F0-D759-CBFB-25DFFD14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07E3C2-5BD8-5DC9-4742-6FB8BE30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0FCC1-0F9C-C68C-BF75-1EC9D9CB2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IN" b="1" dirty="0"/>
              <a:t>5. Create Feature File</a:t>
            </a:r>
          </a:p>
          <a:p>
            <a:r>
              <a:rPr lang="en-IN" b="1" dirty="0" err="1"/>
              <a:t>src</a:t>
            </a:r>
            <a:r>
              <a:rPr lang="en-IN" b="1" dirty="0"/>
              <a:t>/features/</a:t>
            </a:r>
            <a:r>
              <a:rPr lang="en-IN" b="1" dirty="0" err="1"/>
              <a:t>login.feature</a:t>
            </a:r>
            <a:endParaRPr lang="en-IN" dirty="0"/>
          </a:p>
          <a:p>
            <a:r>
              <a:rPr lang="en-IN" dirty="0"/>
              <a:t>Feature: Login Feature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Scenario: Valid Login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Given User opens application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When User enters credentials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Then User should login successfully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43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3C67-511B-F3E6-02BF-516AB6BC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B802DD-5740-6588-2073-7F16CDB1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94DE1-BCC3-8D66-F96C-80A737C8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6. Create Page Object</a:t>
            </a:r>
          </a:p>
          <a:p>
            <a:r>
              <a:rPr lang="en-IN" b="1" dirty="0" err="1"/>
              <a:t>src</a:t>
            </a:r>
            <a:r>
              <a:rPr lang="en-IN" b="1" dirty="0"/>
              <a:t>/pages/</a:t>
            </a:r>
            <a:r>
              <a:rPr lang="en-IN" b="1" dirty="0" err="1"/>
              <a:t>LoginPage.ts</a:t>
            </a:r>
            <a:endParaRPr lang="en-IN" dirty="0"/>
          </a:p>
          <a:p>
            <a:r>
              <a:rPr lang="en-IN" dirty="0"/>
              <a:t>import { Page } from '@playwright/test';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export class </a:t>
            </a:r>
            <a:r>
              <a:rPr lang="en-IN" dirty="0" err="1"/>
              <a:t>LoginPage</a:t>
            </a:r>
            <a:r>
              <a:rPr lang="en-IN" dirty="0"/>
              <a:t>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constructor(private page: Page){}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async launch() {</a:t>
            </a: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this.page.goto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'https://opensource-demo.orangehrmlive.com/'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async login()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this.page.locator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'input[name=username]'</a:t>
            </a:r>
            <a:br>
              <a:rPr lang="en-IN" dirty="0"/>
            </a:br>
            <a:r>
              <a:rPr lang="en-IN" dirty="0"/>
              <a:t>).fill('Admin');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this.page.locator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'input[name=password]'</a:t>
            </a:r>
            <a:br>
              <a:rPr lang="en-IN" dirty="0"/>
            </a:br>
            <a:r>
              <a:rPr lang="en-IN" dirty="0"/>
              <a:t>).fill('admin123');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this.page.click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'button[type=submit]'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77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01B3-5CE6-3BCE-9142-6E9FB9E6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849E8A-92EB-0280-B52A-D093C922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203B5-C32A-6133-DD22-D49961A88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7. Browser Manager</a:t>
            </a:r>
          </a:p>
          <a:p>
            <a:r>
              <a:rPr lang="en-IN" b="1" dirty="0" err="1"/>
              <a:t>src</a:t>
            </a:r>
            <a:r>
              <a:rPr lang="en-IN" b="1" dirty="0"/>
              <a:t>/utils/</a:t>
            </a:r>
            <a:r>
              <a:rPr lang="en-IN" b="1" dirty="0" err="1"/>
              <a:t>browserManager.ts</a:t>
            </a:r>
            <a:endParaRPr lang="en-IN" dirty="0"/>
          </a:p>
          <a:p>
            <a:r>
              <a:rPr lang="en-IN" dirty="0"/>
              <a:t>import { chromium } from 'playwright';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export let </a:t>
            </a:r>
            <a:r>
              <a:rPr lang="en-IN" dirty="0" err="1"/>
              <a:t>page:any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export let </a:t>
            </a:r>
            <a:r>
              <a:rPr lang="en-IN" dirty="0" err="1"/>
              <a:t>browser:any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export async function </a:t>
            </a:r>
            <a:r>
              <a:rPr lang="en-IN" dirty="0" err="1"/>
              <a:t>launchBrowser</a:t>
            </a:r>
            <a:r>
              <a:rPr lang="en-IN" dirty="0"/>
              <a:t>(){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browser=</a:t>
            </a: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chromium.launch</a:t>
            </a:r>
            <a:r>
              <a:rPr lang="en-IN" dirty="0"/>
              <a:t>({</a:t>
            </a:r>
            <a:br>
              <a:rPr lang="en-IN" dirty="0"/>
            </a:br>
            <a:r>
              <a:rPr lang="en-IN" dirty="0" err="1"/>
              <a:t>headless:false</a:t>
            </a:r>
            <a:br>
              <a:rPr lang="en-IN" dirty="0"/>
            </a:br>
            <a:r>
              <a:rPr lang="en-IN" dirty="0"/>
              <a:t>});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const</a:t>
            </a:r>
            <a:r>
              <a:rPr lang="en-IN" dirty="0"/>
              <a:t> context=</a:t>
            </a: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browser.newContext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page=</a:t>
            </a: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context.newPage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export async function </a:t>
            </a:r>
            <a:r>
              <a:rPr lang="en-IN" dirty="0" err="1"/>
              <a:t>closeBrowser</a:t>
            </a:r>
            <a:r>
              <a:rPr lang="en-IN" dirty="0"/>
              <a:t>(){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browser.close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954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97C6-E4E4-A736-65C9-6CDF9170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ECD06A-E720-127F-F85D-8003851C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7EA28-0C6E-FE97-3F7B-943B23FE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8. Hooks</a:t>
            </a:r>
          </a:p>
          <a:p>
            <a:r>
              <a:rPr lang="en-IN" b="1" dirty="0" err="1"/>
              <a:t>src</a:t>
            </a:r>
            <a:r>
              <a:rPr lang="en-IN" b="1" dirty="0"/>
              <a:t>/hooks/</a:t>
            </a:r>
            <a:r>
              <a:rPr lang="en-IN" b="1" dirty="0" err="1"/>
              <a:t>hooks.ts</a:t>
            </a:r>
            <a:endParaRPr lang="en-IN" dirty="0"/>
          </a:p>
          <a:p>
            <a:r>
              <a:rPr lang="en-IN" dirty="0"/>
              <a:t>import {</a:t>
            </a:r>
            <a:br>
              <a:rPr lang="en-IN" dirty="0"/>
            </a:br>
            <a:r>
              <a:rPr lang="en-IN" dirty="0"/>
              <a:t>Before,</a:t>
            </a:r>
            <a:br>
              <a:rPr lang="en-IN" dirty="0"/>
            </a:br>
            <a:r>
              <a:rPr lang="en-IN" dirty="0"/>
              <a:t>After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from '@cucumber/cucumber';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import {</a:t>
            </a:r>
            <a:br>
              <a:rPr lang="en-IN" dirty="0"/>
            </a:br>
            <a:r>
              <a:rPr lang="en-IN" dirty="0" err="1"/>
              <a:t>launchBrowser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 err="1"/>
              <a:t>closeBrowser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from '../utils/</a:t>
            </a:r>
            <a:r>
              <a:rPr lang="en-IN" dirty="0" err="1"/>
              <a:t>browserManager</a:t>
            </a:r>
            <a:r>
              <a:rPr lang="en-IN" dirty="0"/>
              <a:t>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Before(async()=&gt;{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launchBrowser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After(async()=&gt;{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closeBrowser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95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0869-E517-4A1A-19C1-89FD7B2D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3848C5-6F02-EF01-385C-43A53124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B6F94-A214-367E-A078-3774ED8F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/>
              <a:t>9. Step Definitions</a:t>
            </a:r>
          </a:p>
          <a:p>
            <a:r>
              <a:rPr lang="en-IN" b="1" dirty="0" err="1"/>
              <a:t>src</a:t>
            </a:r>
            <a:r>
              <a:rPr lang="en-IN" b="1" dirty="0"/>
              <a:t>/</a:t>
            </a:r>
            <a:r>
              <a:rPr lang="en-IN" b="1" dirty="0" err="1"/>
              <a:t>stepDefinitions</a:t>
            </a:r>
            <a:r>
              <a:rPr lang="en-IN" b="1" dirty="0"/>
              <a:t>/</a:t>
            </a:r>
            <a:r>
              <a:rPr lang="en-IN" b="1" dirty="0" err="1"/>
              <a:t>loginSteps.ts</a:t>
            </a:r>
            <a:endParaRPr lang="en-IN" dirty="0"/>
          </a:p>
          <a:p>
            <a:r>
              <a:rPr lang="en-IN" dirty="0"/>
              <a:t>import {</a:t>
            </a:r>
            <a:br>
              <a:rPr lang="en-IN" dirty="0"/>
            </a:br>
            <a:r>
              <a:rPr lang="en-IN" dirty="0"/>
              <a:t>Given,</a:t>
            </a:r>
            <a:br>
              <a:rPr lang="en-IN" dirty="0"/>
            </a:br>
            <a:r>
              <a:rPr lang="en-IN" dirty="0"/>
              <a:t>When,</a:t>
            </a:r>
            <a:br>
              <a:rPr lang="en-IN" dirty="0"/>
            </a:br>
            <a:r>
              <a:rPr lang="en-IN" dirty="0"/>
              <a:t>Then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from '@cucumber/cucumber';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import {</a:t>
            </a:r>
            <a:br>
              <a:rPr lang="en-IN" dirty="0"/>
            </a:br>
            <a:r>
              <a:rPr lang="en-IN" dirty="0"/>
              <a:t>page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from '../utils/</a:t>
            </a:r>
            <a:r>
              <a:rPr lang="en-IN" dirty="0" err="1"/>
              <a:t>browserManager</a:t>
            </a:r>
            <a:r>
              <a:rPr lang="en-IN" dirty="0"/>
              <a:t>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import {</a:t>
            </a:r>
            <a:br>
              <a:rPr lang="en-IN" dirty="0"/>
            </a:br>
            <a:r>
              <a:rPr lang="en-IN" dirty="0" err="1"/>
              <a:t>LoginPage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from '../pages/</a:t>
            </a:r>
            <a:r>
              <a:rPr lang="en-IN" dirty="0" err="1"/>
              <a:t>LoginPage</a:t>
            </a:r>
            <a:r>
              <a:rPr lang="en-IN" dirty="0"/>
              <a:t>';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const</a:t>
            </a:r>
            <a:r>
              <a:rPr lang="en-IN" dirty="0"/>
              <a:t> login=</a:t>
            </a:r>
            <a:br>
              <a:rPr lang="en-IN" dirty="0"/>
            </a:br>
            <a:r>
              <a:rPr lang="en-IN" dirty="0"/>
              <a:t>new </a:t>
            </a:r>
            <a:r>
              <a:rPr lang="en-IN" dirty="0" err="1"/>
              <a:t>LoginPage</a:t>
            </a:r>
            <a:r>
              <a:rPr lang="en-IN" dirty="0"/>
              <a:t>(page);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Given(</a:t>
            </a:r>
            <a:br>
              <a:rPr lang="en-IN" dirty="0"/>
            </a:br>
            <a:r>
              <a:rPr lang="en-IN" dirty="0"/>
              <a:t>'User opens application',</a:t>
            </a:r>
            <a:br>
              <a:rPr lang="en-IN" dirty="0"/>
            </a:br>
            <a:r>
              <a:rPr lang="en-IN" dirty="0"/>
              <a:t>async()=&gt;{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login.launch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When(</a:t>
            </a:r>
            <a:br>
              <a:rPr lang="en-IN" dirty="0"/>
            </a:br>
            <a:r>
              <a:rPr lang="en-IN" dirty="0"/>
              <a:t>'User enters credentials',</a:t>
            </a:r>
            <a:br>
              <a:rPr lang="en-IN" dirty="0"/>
            </a:br>
            <a:r>
              <a:rPr lang="en-IN" dirty="0"/>
              <a:t>async()=&gt;{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await </a:t>
            </a:r>
            <a:r>
              <a:rPr lang="en-IN" dirty="0" err="1"/>
              <a:t>login.login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Then(</a:t>
            </a:r>
            <a:br>
              <a:rPr lang="en-IN" dirty="0"/>
            </a:br>
            <a:r>
              <a:rPr lang="en-IN" dirty="0"/>
              <a:t>'User should login successfully',</a:t>
            </a:r>
            <a:br>
              <a:rPr lang="en-IN" dirty="0"/>
            </a:br>
            <a:r>
              <a:rPr lang="en-IN" dirty="0"/>
              <a:t>async()=&gt;{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console.log(</a:t>
            </a:r>
            <a:br>
              <a:rPr lang="en-IN" dirty="0"/>
            </a:br>
            <a:r>
              <a:rPr lang="en-IN" dirty="0"/>
              <a:t>'Login success'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5037-499D-9B47-D02E-4191DE07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4F7E8-F111-4FF6-682F-1953A748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 Cucumber Playwright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4F00CD-94BB-FF47-8A41-F510B8821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32500" lnSpcReduction="20000"/>
          </a:bodyPr>
          <a:lstStyle/>
          <a:p>
            <a:r>
              <a:rPr lang="en-IN" b="1" dirty="0"/>
              <a:t>10. Configure Cucumber</a:t>
            </a:r>
          </a:p>
          <a:p>
            <a:r>
              <a:rPr lang="en-IN" b="1" dirty="0"/>
              <a:t>cucumber.js</a:t>
            </a:r>
            <a:endParaRPr lang="en-IN" dirty="0"/>
          </a:p>
          <a:p>
            <a:r>
              <a:rPr lang="en-IN" dirty="0" err="1"/>
              <a:t>module.exports</a:t>
            </a:r>
            <a:r>
              <a:rPr lang="en-IN" dirty="0"/>
              <a:t>={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default:{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require:[</a:t>
            </a:r>
            <a:br>
              <a:rPr lang="en-IN" dirty="0"/>
            </a:br>
            <a:r>
              <a:rPr lang="en-IN" dirty="0"/>
              <a:t>'</a:t>
            </a:r>
            <a:r>
              <a:rPr lang="en-IN" dirty="0" err="1"/>
              <a:t>src</a:t>
            </a:r>
            <a:r>
              <a:rPr lang="en-IN" dirty="0"/>
              <a:t>/**/*.</a:t>
            </a:r>
            <a:r>
              <a:rPr lang="en-IN" dirty="0" err="1"/>
              <a:t>ts'</a:t>
            </a:r>
            <a:br>
              <a:rPr lang="en-IN" dirty="0"/>
            </a:br>
            <a:r>
              <a:rPr lang="en-IN" dirty="0"/>
              <a:t>],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format:[</a:t>
            </a:r>
            <a:br>
              <a:rPr lang="en-IN" dirty="0"/>
            </a:br>
            <a:r>
              <a:rPr lang="en-IN" dirty="0"/>
              <a:t>'progress',</a:t>
            </a:r>
            <a:br>
              <a:rPr lang="en-IN" dirty="0"/>
            </a:br>
            <a:r>
              <a:rPr lang="en-IN" dirty="0"/>
              <a:t>'</a:t>
            </a:r>
            <a:r>
              <a:rPr lang="en-IN" dirty="0" err="1"/>
              <a:t>html:reports</a:t>
            </a:r>
            <a:r>
              <a:rPr lang="en-IN" dirty="0"/>
              <a:t>/report.html'</a:t>
            </a:r>
            <a:br>
              <a:rPr lang="en-IN" dirty="0"/>
            </a:br>
            <a:r>
              <a:rPr lang="en-IN" dirty="0"/>
              <a:t>],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requireModule</a:t>
            </a:r>
            <a:r>
              <a:rPr lang="en-IN" dirty="0"/>
              <a:t>:[</a:t>
            </a:r>
            <a:br>
              <a:rPr lang="en-IN" dirty="0"/>
            </a:br>
            <a:r>
              <a:rPr lang="en-IN" dirty="0"/>
              <a:t>'</a:t>
            </a:r>
            <a:r>
              <a:rPr lang="en-IN" dirty="0" err="1"/>
              <a:t>ts</a:t>
            </a:r>
            <a:r>
              <a:rPr lang="en-IN" dirty="0"/>
              <a:t>-node/register'</a:t>
            </a:r>
            <a:br>
              <a:rPr lang="en-IN" dirty="0"/>
            </a:br>
            <a:r>
              <a:rPr lang="en-IN" dirty="0"/>
              <a:t>]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11. Add scripts</a:t>
            </a:r>
          </a:p>
          <a:p>
            <a:r>
              <a:rPr lang="en-IN" b="1" dirty="0" err="1"/>
              <a:t>package.json</a:t>
            </a:r>
            <a:endParaRPr lang="en-IN" dirty="0"/>
          </a:p>
          <a:p>
            <a:r>
              <a:rPr lang="en-IN" dirty="0"/>
              <a:t>"scripts":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"test":</a:t>
            </a:r>
            <a:br>
              <a:rPr lang="en-IN" dirty="0"/>
            </a:br>
            <a:r>
              <a:rPr lang="en-IN" dirty="0"/>
              <a:t>"cucumber-</a:t>
            </a:r>
            <a:r>
              <a:rPr lang="en-IN" dirty="0" err="1"/>
              <a:t>js</a:t>
            </a:r>
            <a:r>
              <a:rPr lang="en-IN" dirty="0"/>
              <a:t>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12. Run Framework</a:t>
            </a:r>
          </a:p>
          <a:p>
            <a:r>
              <a:rPr lang="en-IN" dirty="0" err="1"/>
              <a:t>npm</a:t>
            </a:r>
            <a:r>
              <a:rPr lang="en-IN" dirty="0"/>
              <a:t> test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1248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6840</TotalTime>
  <Words>864</Words>
  <Application>Microsoft Office PowerPoint</Application>
  <PresentationFormat>Widescreen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Trebuchet MS</vt:lpstr>
      <vt:lpstr>Wingdings 3</vt:lpstr>
      <vt:lpstr>Facet</vt:lpstr>
      <vt:lpstr>BDD Cucumber Playwright</vt:lpstr>
      <vt:lpstr>BDD Cucumber Playwright</vt:lpstr>
      <vt:lpstr>BDD Cucumber Playwright</vt:lpstr>
      <vt:lpstr>BDD Cucumber Playwright</vt:lpstr>
      <vt:lpstr>BDD Cucumber Playwright</vt:lpstr>
      <vt:lpstr>BDD Cucumber Playwright</vt:lpstr>
      <vt:lpstr>BDD Cucumber Playwright</vt:lpstr>
      <vt:lpstr>BDD Cucumber Playwright</vt:lpstr>
      <vt:lpstr>BDD Cucumber Playwright</vt:lpstr>
      <vt:lpstr>BDD Cucumber Playwright</vt:lpstr>
      <vt:lpstr>BDD Cucumber Playwright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12</cp:revision>
  <dcterms:created xsi:type="dcterms:W3CDTF">2026-06-20T09:00:53Z</dcterms:created>
  <dcterms:modified xsi:type="dcterms:W3CDTF">2026-09-03T11:36:07Z</dcterms:modified>
</cp:coreProperties>
</file>